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7827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83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1784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96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38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1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2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485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30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49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31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405D0AC-E2F3-4867-8B04-15AD8ADEFCA7}" type="datetimeFigureOut">
              <a:rPr lang="ru-RU" smtClean="0"/>
              <a:t>01.11.2023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DAEF8B02-DFCF-4A75-9727-5CCA957040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82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cs typeface="Arial" panose="020B0604020202020204" pitchFamily="34" charset="0"/>
              </a:rPr>
              <a:t>Конфуцианство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 студент группы 21ис5</a:t>
            </a:r>
          </a:p>
          <a:p>
            <a:r>
              <a:rPr lang="ru-RU" dirty="0" smtClean="0"/>
              <a:t>Сорокин Дмитрий Игоревич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196254" y="219808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/>
              <a:t>УАвиаК</a:t>
            </a:r>
            <a:r>
              <a:rPr lang="ru-RU" dirty="0" smtClean="0"/>
              <a:t>-МЦК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606622" y="6307574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2023 г.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18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Биография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5015836" cy="4351337"/>
          </a:xfrm>
        </p:spPr>
        <p:txBody>
          <a:bodyPr/>
          <a:lstStyle/>
          <a:p>
            <a:r>
              <a:rPr lang="ru-RU" dirty="0"/>
              <a:t>Конфуций, настоящее имя </a:t>
            </a:r>
            <a:r>
              <a:rPr lang="ru-RU" dirty="0" err="1"/>
              <a:t>Кунь-цзы</a:t>
            </a:r>
            <a:r>
              <a:rPr lang="ru-RU" dirty="0"/>
              <a:t>, родился в 551 году до нашей эры в провинции Лу, Китай. Он был ученым, философом и преподавателем, и его учение стало известно как конфуцианство. Детство Конфуция прошло в бедности, после смерти отца он уделял особое внимание обучению и занятиям моральными и этическими </a:t>
            </a:r>
            <a:r>
              <a:rPr lang="ru-RU" dirty="0" smtClean="0"/>
              <a:t>ценностями</a:t>
            </a:r>
            <a:r>
              <a:rPr lang="en-US" dirty="0" smtClean="0"/>
              <a:t>. </a:t>
            </a:r>
            <a:r>
              <a:rPr lang="ru-RU" dirty="0" smtClean="0"/>
              <a:t>Конфуций </a:t>
            </a:r>
            <a:r>
              <a:rPr lang="ru-RU" dirty="0"/>
              <a:t>умер в 479 году до нашей </a:t>
            </a:r>
            <a:r>
              <a:rPr lang="ru-RU" dirty="0" smtClean="0"/>
              <a:t>эры.</a:t>
            </a:r>
            <a:endParaRPr lang="ru-RU" dirty="0"/>
          </a:p>
        </p:txBody>
      </p:sp>
      <p:pic>
        <p:nvPicPr>
          <p:cNvPr id="1026" name="Picture 2" descr="https://sun9-41.userapi.com/impg/DcA7moKr-pvZIHCm7PDWL2Hu1yyMuYa5L2ktfw/NQkbwhcApbE.jpg?size=807x605&amp;quality=95&amp;sign=e4b802c3afec693b8f57182ee65c5b11&amp;c_uniq_tag=Io9N1AVtIGzbjg8BOupQN7RlGhcYFzB01TIkEej-Td4&amp;type=alb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998" y="1828800"/>
            <a:ext cx="4006682" cy="3003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72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Конфуцианство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5068590" cy="4351337"/>
          </a:xfrm>
        </p:spPr>
        <p:txBody>
          <a:bodyPr/>
          <a:lstStyle/>
          <a:p>
            <a:r>
              <a:rPr lang="ru-RU" dirty="0"/>
              <a:t>Учение Конфуция, также известное как конфуцианство, является одной из важнейших философских и культурных традиций в Китае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Конфуцианство </a:t>
            </a:r>
            <a:r>
              <a:rPr lang="ru-RU" dirty="0"/>
              <a:t>является мировоззрением, общественной этикой, политической идеологией, научной традицией, образом жизни, иногда рассматривается как философия, иногда — как религия</a:t>
            </a:r>
          </a:p>
        </p:txBody>
      </p:sp>
      <p:pic>
        <p:nvPicPr>
          <p:cNvPr id="2050" name="Picture 2" descr="https://amsterdamtravel.ru/images/xramkonfutsiyarayonfutszimyaoconfuciuste_EA54152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282" y="1828800"/>
            <a:ext cx="4108694" cy="274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2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</a:t>
            </a:r>
            <a:r>
              <a:rPr lang="ru-RU" dirty="0" smtClean="0"/>
              <a:t>позиции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3" y="1828800"/>
            <a:ext cx="5147720" cy="4351337"/>
          </a:xfrm>
        </p:spPr>
        <p:txBody>
          <a:bodyPr>
            <a:normAutofit/>
          </a:bodyPr>
          <a:lstStyle/>
          <a:p>
            <a:r>
              <a:rPr lang="ru-RU" dirty="0"/>
              <a:t>Гуманность </a:t>
            </a:r>
            <a:r>
              <a:rPr lang="ru-RU" dirty="0" smtClean="0"/>
              <a:t>- </a:t>
            </a:r>
            <a:r>
              <a:rPr lang="ru-RU" dirty="0"/>
              <a:t>что означает сострадание, </a:t>
            </a:r>
            <a:r>
              <a:rPr lang="ru-RU" dirty="0" smtClean="0"/>
              <a:t>доброта </a:t>
            </a:r>
            <a:r>
              <a:rPr lang="ru-RU" dirty="0"/>
              <a:t>и уважение к </a:t>
            </a:r>
            <a:r>
              <a:rPr lang="ru-RU" dirty="0" smtClean="0"/>
              <a:t>другим</a:t>
            </a:r>
          </a:p>
          <a:p>
            <a:r>
              <a:rPr lang="ru-RU" dirty="0"/>
              <a:t>Семейные </a:t>
            </a:r>
            <a:r>
              <a:rPr lang="ru-RU" dirty="0" smtClean="0"/>
              <a:t>ценности - </a:t>
            </a:r>
            <a:r>
              <a:rPr lang="ru-RU" dirty="0"/>
              <a:t>уважение к </a:t>
            </a:r>
            <a:r>
              <a:rPr lang="ru-RU" dirty="0" smtClean="0"/>
              <a:t>родителям, </a:t>
            </a:r>
            <a:r>
              <a:rPr lang="ru-RU" dirty="0"/>
              <a:t>и уважение к </a:t>
            </a:r>
            <a:r>
              <a:rPr lang="ru-RU" dirty="0" smtClean="0"/>
              <a:t>старшим</a:t>
            </a:r>
          </a:p>
          <a:p>
            <a:r>
              <a:rPr lang="ru-RU" dirty="0" smtClean="0"/>
              <a:t>Образование - средство </a:t>
            </a:r>
            <a:r>
              <a:rPr lang="ru-RU" dirty="0"/>
              <a:t>развития характера и морали</a:t>
            </a:r>
            <a:r>
              <a:rPr lang="ru-RU" dirty="0" smtClean="0"/>
              <a:t>.</a:t>
            </a:r>
          </a:p>
          <a:p>
            <a:r>
              <a:rPr lang="ru-RU" dirty="0"/>
              <a:t>Справедливое </a:t>
            </a:r>
            <a:r>
              <a:rPr lang="ru-RU" dirty="0" smtClean="0"/>
              <a:t>правительство - </a:t>
            </a:r>
            <a:r>
              <a:rPr lang="ru-RU" dirty="0"/>
              <a:t>лидеры должны служить народу и соблюдать принципы морали</a:t>
            </a:r>
            <a:r>
              <a:rPr lang="ru-RU" dirty="0" smtClean="0"/>
              <a:t>.</a:t>
            </a:r>
          </a:p>
          <a:p>
            <a:r>
              <a:rPr lang="ru-RU" dirty="0"/>
              <a:t>Соблюдение </a:t>
            </a:r>
            <a:r>
              <a:rPr lang="ru-RU" dirty="0" smtClean="0"/>
              <a:t>традиций - призыв </a:t>
            </a:r>
            <a:r>
              <a:rPr lang="ru-RU" dirty="0"/>
              <a:t>к сохранению и уважению культурных традиций и </a:t>
            </a:r>
            <a:r>
              <a:rPr lang="ru-RU" dirty="0" smtClean="0"/>
              <a:t>обычаев</a:t>
            </a:r>
            <a:endParaRPr lang="ru-RU" dirty="0"/>
          </a:p>
        </p:txBody>
      </p:sp>
      <p:pic>
        <p:nvPicPr>
          <p:cNvPr id="3074" name="Picture 2" descr="https://flomaster.top/uploads/posts/2023-01/1674143003_flomaster-club-p-konfutsii-portret-krasivo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066" y="1969477"/>
            <a:ext cx="2886563" cy="378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12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Цитаты, мудрые мысли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1872" y="1828800"/>
            <a:ext cx="5464243" cy="465113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«Тот, кто хочет быть постоянным в счастье или мудрости, должен часто меняться</a:t>
            </a:r>
            <a:r>
              <a:rPr lang="ru-RU" dirty="0" smtClean="0"/>
              <a:t>»</a:t>
            </a:r>
          </a:p>
          <a:p>
            <a:r>
              <a:rPr lang="ru-RU" dirty="0"/>
              <a:t>«Неважно, как медленно вы едете, лишь бы не останавливались».</a:t>
            </a:r>
          </a:p>
          <a:p>
            <a:r>
              <a:rPr lang="ru-RU" dirty="0"/>
              <a:t>«Перед тем, как мстить, вырой две могилы</a:t>
            </a:r>
            <a:r>
              <a:rPr lang="ru-RU" dirty="0" smtClean="0"/>
              <a:t>»</a:t>
            </a:r>
          </a:p>
          <a:p>
            <a:r>
              <a:rPr lang="ru-RU" dirty="0" smtClean="0"/>
              <a:t>«</a:t>
            </a:r>
            <a:r>
              <a:rPr lang="ru-RU" dirty="0"/>
              <a:t>Если ты ненавидишь – значит, тебя победили</a:t>
            </a:r>
            <a:r>
              <a:rPr lang="ru-RU" dirty="0" smtClean="0"/>
              <a:t>»</a:t>
            </a:r>
          </a:p>
          <a:p>
            <a:r>
              <a:rPr lang="ru-RU" dirty="0" smtClean="0"/>
              <a:t>«</a:t>
            </a:r>
            <a:r>
              <a:rPr lang="ru-RU" dirty="0"/>
              <a:t>Счастье — это когда тебя понимают, большое счастье — это когда тебя любят, настоящее счастье — это когда любишь ты</a:t>
            </a:r>
            <a:r>
              <a:rPr lang="ru-RU" dirty="0" smtClean="0"/>
              <a:t>»</a:t>
            </a:r>
          </a:p>
          <a:p>
            <a:r>
              <a:rPr lang="ru-RU" dirty="0" smtClean="0"/>
              <a:t>«</a:t>
            </a:r>
            <a:r>
              <a:rPr lang="ru-RU" dirty="0"/>
              <a:t>Три вещи никогда не возвращаются обратно: время, слово, возможность. Поэтому не теряй времени, выбирай слова, не упускай возможность</a:t>
            </a:r>
            <a:r>
              <a:rPr lang="ru-RU" dirty="0" smtClean="0"/>
              <a:t>»</a:t>
            </a:r>
            <a:endParaRPr lang="ru-RU" dirty="0"/>
          </a:p>
        </p:txBody>
      </p:sp>
      <p:pic>
        <p:nvPicPr>
          <p:cNvPr id="4098" name="Picture 2" descr="https://avatars.dzeninfra.ru/get-zen_doc/1945957/pub_5cb18801cc595b00b3b8504d_5cb18f0b6749e800b419ec8b/scale_12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537" y="2145323"/>
            <a:ext cx="3386828" cy="351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35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Синий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31</TotalTime>
  <Words>283</Words>
  <Application>Microsoft Office PowerPoint</Application>
  <PresentationFormat>Широкоэкранный</PresentationFormat>
  <Paragraphs>23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View</vt:lpstr>
      <vt:lpstr>Конфуцианство</vt:lpstr>
      <vt:lpstr>Биография</vt:lpstr>
      <vt:lpstr>Конфуцианство</vt:lpstr>
      <vt:lpstr>Основные позиции</vt:lpstr>
      <vt:lpstr>Цитаты, мудрые мысли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Конфуцианство</dc:title>
  <dc:creator>Student S.S.</dc:creator>
  <cp:lastModifiedBy>Student S.S.</cp:lastModifiedBy>
  <cp:revision>37</cp:revision>
  <dcterms:created xsi:type="dcterms:W3CDTF">2023-11-01T08:31:52Z</dcterms:created>
  <dcterms:modified xsi:type="dcterms:W3CDTF">2023-11-01T09:03:34Z</dcterms:modified>
</cp:coreProperties>
</file>